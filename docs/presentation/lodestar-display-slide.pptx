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Display slide for H324. Team ReEngineers, Lodestar Dispatch, SFI International Fall 2026 Engineering Mini-Challenge.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FE9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ubod\AppData\Local\Temp\claude\C--Users-subod-Coding-SFI\53979c2c-4ffa-481c-a360-68ed55eea886\scratchpad\slide\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84048"/>
            <a:ext cx="713232" cy="7132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280160" y="3657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1B19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LODESTAR DISPATCH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1280160" y="85039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54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intelligent freight load board &amp; autonomous dispatch engine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 rot="-120000">
            <a:off x="6080760" y="457200"/>
            <a:ext cx="2606040" cy="457200"/>
          </a:xfrm>
          <a:prstGeom prst="rect">
            <a:avLst/>
          </a:prstGeom>
          <a:solidFill>
            <a:srgbClr val="F3D9D5"/>
          </a:solidFill>
          <a:ln w="22225">
            <a:solidFill>
              <a:srgbClr val="C0392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REENGINEERS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9844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F6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481328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SFI International Fall 2026 Engineering Mini-Challenge: an intelligent freight load board and autonomous dispatch engine that books loads profitably under capacity, time-window and margin constraints.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28600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F6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468880"/>
            <a:ext cx="4389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Lodestar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dispatch brain between a customer load board and a carrier’s fleet. It ingests the live board in real time, prices every load honestly (including the empty miles), and refuses bad business before the board is ever called. Each unit’s schedule is a set of temporal locks, so trucks are never double-booked and the next load is planned from where the last one drops. An auto-pilot books the clear winners through the same guardrails a human faces, and explains every decision in a ledger.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4206240"/>
            <a:ext cx="1325880" cy="0"/>
          </a:xfrm>
          <a:prstGeom prst="line">
            <a:avLst/>
          </a:prstGeom>
          <a:noFill/>
          <a:ln w="25400">
            <a:solidFill>
              <a:srgbClr val="2E7D4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424281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E7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$20.5k</a:t>
            </a:r>
            <a:endParaRPr 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54456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F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on 11 loads (35 %)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1938528" y="4206240"/>
            <a:ext cx="1325880" cy="0"/>
          </a:xfrm>
          <a:prstGeom prst="line">
            <a:avLst/>
          </a:prstGeom>
          <a:noFill/>
          <a:ln w="25400">
            <a:solidFill>
              <a:srgbClr val="1D4F9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938528" y="424281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D4F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1.8%</a:t>
            </a:r>
            <a:endParaRPr lang="en-US" sz="1900" dirty="0"/>
          </a:p>
        </p:txBody>
      </p:sp>
      <p:sp>
        <p:nvSpPr>
          <p:cNvPr id="15" name="Text 12"/>
          <p:cNvSpPr txBox="1"/>
          <p:nvPr/>
        </p:nvSpPr>
        <p:spPr>
          <a:xfrm>
            <a:off x="1938528" y="454456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F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empty-mile ratio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419856" y="4206240"/>
            <a:ext cx="1325880" cy="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419856" y="424281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900" dirty="0"/>
          </a:p>
        </p:txBody>
      </p:sp>
      <p:sp>
        <p:nvSpPr>
          <p:cNvPr id="18" name="Text 15"/>
          <p:cNvSpPr txBox="1"/>
          <p:nvPr/>
        </p:nvSpPr>
        <p:spPr>
          <a:xfrm>
            <a:off x="3419856" y="454456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F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rejections</a:t>
            </a:r>
            <a:endParaRPr lang="en-US" sz="900" dirty="0"/>
          </a:p>
        </p:txBody>
      </p:sp>
      <p:pic>
        <p:nvPicPr>
          <p:cNvPr id="19" name="Image 1" descr="C:\Users\subod\AppData\Local\Temp\claude\C--Users-subod-Coding-SFI\53979c2c-4ffa-481c-a360-68ed55eea886\scratchpad\slide\c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234440"/>
            <a:ext cx="3566160" cy="1426464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B1915">
                <a:alpha val="25000"/>
              </a:srgbClr>
            </a:outerShdw>
          </a:effectLst>
        </p:spPr>
      </p:pic>
      <p:sp>
        <p:nvSpPr>
          <p:cNvPr id="20" name="Text 16"/>
          <p:cNvSpPr txBox="1"/>
          <p:nvPr/>
        </p:nvSpPr>
        <p:spPr>
          <a:xfrm>
            <a:off x="5120640" y="268833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F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load card: offer, loaded cost, empty miles, margin, seven guardrails and the engine’s reasons, before you click.</a:t>
            </a:r>
            <a:endParaRPr lang="en-US" sz="900" dirty="0"/>
          </a:p>
        </p:txBody>
      </p:sp>
      <p:pic>
        <p:nvPicPr>
          <p:cNvPr id="21" name="Image 2" descr="C:\Users\subod\AppData\Local\Temp\claude\C--Users-subod-Coding-SFI\53979c2c-4ffa-481c-a360-68ed55eea886\scratchpad\slide\m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3017520"/>
            <a:ext cx="3108960" cy="1883664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B1915">
                <a:alpha val="25000"/>
              </a:srgbClr>
            </a:outerShdw>
          </a:effectLst>
        </p:spPr>
      </p:pic>
      <p:sp>
        <p:nvSpPr>
          <p:cNvPr id="22" name="Text 17"/>
          <p:cNvSpPr txBox="1"/>
          <p:nvPr/>
        </p:nvSpPr>
        <p:spPr>
          <a:xfrm>
            <a:off x="5120640" y="491032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F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map: hubs by free units, booked lanes, outstanding bids.</a:t>
            </a:r>
            <a:endParaRPr lang="en-US" sz="900" dirty="0"/>
          </a:p>
        </p:txBody>
      </p:sp>
      <p:sp>
        <p:nvSpPr>
          <p:cNvPr id="23" name="Text 18"/>
          <p:cNvSpPr txBox="1"/>
          <p:nvPr/>
        </p:nvSpPr>
        <p:spPr>
          <a:xfrm>
            <a:off x="457200" y="475488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6F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 </a:t>
            </a:r>
            <a:pPr indent="0" marL="0">
              <a:buNone/>
            </a:pPr>
            <a:r>
              <a:rPr lang="en-US" sz="950" dirty="0">
                <a:solidFill>
                  <a:srgbClr val="183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lodestar-production-4820.up.railway.app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6F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 </a:t>
            </a:r>
            <a:pPr indent="0" marL="0">
              <a:buNone/>
            </a:pPr>
            <a:r>
              <a:rPr lang="en-US" sz="950" dirty="0">
                <a:solidFill>
                  <a:srgbClr val="183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github.com/subodh-thallada/lodestar-dispatch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Lodestar Dispatch - Team ReEngineers</dc:title>
  <dc:subject>PptxGenJS Presentation</dc:subject>
  <dc:creator>Team ReEngineers</dc:creator>
  <cp:lastModifiedBy>Team ReEngineers</cp:lastModifiedBy>
  <cp:revision>1</cp:revision>
  <dcterms:created xsi:type="dcterms:W3CDTF">2026-10-21T09:42:51Z</dcterms:created>
  <dcterms:modified xsi:type="dcterms:W3CDTF">2026-10-21T09:42:51Z</dcterms:modified>
</cp:coreProperties>
</file>